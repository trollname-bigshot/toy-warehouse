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s/slide6.xml" ContentType="application/vnd.openxmlformats-officedocument.presentationml.slide+xml"/>
  <Override PartName="/docProps/custom.xml" ContentType="application/vnd.openxmlformats-officedocument.custom-properties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12192000" cy="6858000"/>
  <p:defaultTextStyle>
    <a:defPPr>
      <a:defRPr lang="ru-RU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5" d="102"/>
          <a:sy n="99" d="101"/>
        </p:scale>
        <p:origin x="112" y="112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0443820A-0E64-48F8-9055-FF0DD326791F}" type="slidenum">
              <a:rPr/>
              <a:t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079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DBAF7565-BD3D-4988-BF27-19ACCF1FF09C}" type="slidenum">
              <a:rPr/>
              <a:t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079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BADD4291-E64D-4ACE-9606-872F71F26F53}" type="slidenum">
              <a:rPr/>
              <a:t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E7848800-600E-4D7C-8C16-56913FC2CB79}" type="slidenum">
              <a:rPr/>
              <a:t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83F740C6-2FCF-4DC5-BD09-D174C89031A2}" type="slidenum">
              <a:rPr/>
              <a:t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 bwMode="auto">
          <a:xfrm>
            <a:off x="1523880" y="1122480"/>
            <a:ext cx="9142920" cy="11063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defRPr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24CE1E4F-90CD-444A-9102-28A7F8C6D4A3}" type="slidenum">
              <a:rPr/>
              <a:t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54B77554-3C92-4FB0-A5BA-1538CE874445}" type="slidenum">
              <a:rPr/>
              <a:t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CE45E5D0-7D09-4149-8883-20EC63A466B5}" type="slidenum">
              <a:rPr/>
              <a:t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0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EC5258FE-DB84-45B9-9B37-2835BC5834A2}" type="slidenum">
              <a:rPr/>
              <a:t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0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0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43333E65-E319-423D-A2F3-391F9AD0C527}" type="slidenum">
              <a:rPr/>
              <a:t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9A71CA36-5B07-4E7D-959F-2DAA2C004824}" type="slidenum">
              <a:rPr/>
              <a:t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 bwMode="auto"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 bwMode="auto"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 bwMode="auto"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 bwMode="auto"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EC69DE03-561F-4E27-872C-F6EF2C2AABB2}" type="slidenum">
              <a:rPr/>
              <a:t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079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 bwMode="auto"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 bwMode="auto"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5A182F08-8818-4767-99C4-3366E5EE4C41}" type="slidenum">
              <a: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/>
            </a:fld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 bwMode="auto"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6420181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-2800350" y="-1371599"/>
            <a:ext cx="14973300" cy="8220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12789930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-2964656" y="-1257300"/>
            <a:ext cx="15906750" cy="8143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367515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-2826543" y="-1262062"/>
            <a:ext cx="15011400" cy="8143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84913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-3107531" y="-1190624"/>
            <a:ext cx="15478125" cy="807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0110642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-2797968" y="-1071562"/>
            <a:ext cx="15316200" cy="8029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0513042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-2917031" y="-1012031"/>
            <a:ext cx="15163800" cy="7886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6304022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-2738437" y="-1131093"/>
            <a:ext cx="14973300" cy="8172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R7-Office/2024.1.1.375</Application>
  <DocSecurity>0</DocSecurity>
  <PresentationFormat/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/>
  <dc:identifier/>
  <dc:language>ru-RU</dc:language>
  <cp:lastModifiedBy>Роман Роман</cp:lastModifiedBy>
  <cp:revision>4</cp:revision>
  <dcterms:created xsi:type="dcterms:W3CDTF">2023-08-25T13:22:51Z</dcterms:created>
  <dcterms:modified xsi:type="dcterms:W3CDTF">2026-06-15T01:24:03Z</dcterms:modified>
  <cp:category/>
  <cp:contentStatus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</vt:i4>
  </property>
  <property fmtid="{D5CDD505-2E9C-101B-9397-08002B2CF9AE}" pid="4" name="PresentationFormat">
    <vt:lpwstr>Широкоэкранный</vt:lpwstr>
  </property>
  <property fmtid="{D5CDD505-2E9C-101B-9397-08002B2CF9AE}" pid="5" name="Slides">
    <vt:i4>1</vt:i4>
  </property>
</Properties>
</file>